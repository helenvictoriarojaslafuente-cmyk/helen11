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F0197-11E5-4926-9FFF-11A077298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Inventario</a:t>
            </a:r>
            <a:r>
              <a:rPr lang="en-US" dirty="0"/>
              <a:t> de </a:t>
            </a:r>
            <a:r>
              <a:rPr lang="en-US" dirty="0" err="1"/>
              <a:t>Laboratorio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D714E3-900B-4D22-BB11-921F9D99B3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err="1"/>
              <a:t>Tecnologia</a:t>
            </a:r>
            <a:r>
              <a:rPr lang="es-BO" dirty="0"/>
              <a:t> e informática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5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4A873-A755-4981-B754-DB5D1407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Instrucciones</a:t>
            </a:r>
            <a:r>
              <a:rPr lang="en-U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CCBEA8-1435-45B2-B813-EBFC7F4FB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Debes registrar un total de </a:t>
            </a:r>
            <a:r>
              <a:rPr lang="es-ES" b="1" dirty="0"/>
              <a:t>30 equipos</a:t>
            </a:r>
            <a:r>
              <a:rPr lang="es-ES" dirty="0"/>
              <a:t> tecnológicos en una hoja de Excel siguiendo el formato de tabla profesional.</a:t>
            </a:r>
          </a:p>
          <a:p>
            <a:r>
              <a:rPr lang="es-ES" b="1" dirty="0"/>
              <a:t>1. Datos requeridos para la lista:</a:t>
            </a:r>
            <a:r>
              <a:rPr lang="es-ES" dirty="0"/>
              <a:t> Cada registro debe incluir: </a:t>
            </a:r>
            <a:r>
              <a:rPr lang="es-ES" b="1" dirty="0"/>
              <a:t>ID</a:t>
            </a:r>
            <a:r>
              <a:rPr lang="es-ES" dirty="0"/>
              <a:t>, </a:t>
            </a:r>
            <a:r>
              <a:rPr lang="es-ES" b="1" dirty="0"/>
              <a:t>Equipo</a:t>
            </a:r>
            <a:r>
              <a:rPr lang="es-ES" dirty="0"/>
              <a:t>, </a:t>
            </a:r>
            <a:r>
              <a:rPr lang="es-ES" b="1" dirty="0"/>
              <a:t>Marca</a:t>
            </a:r>
            <a:r>
              <a:rPr lang="es-ES" dirty="0"/>
              <a:t>, </a:t>
            </a:r>
            <a:r>
              <a:rPr lang="es-ES" b="1" dirty="0"/>
              <a:t>Modelo</a:t>
            </a:r>
            <a:r>
              <a:rPr lang="es-ES" dirty="0"/>
              <a:t> y </a:t>
            </a:r>
            <a:r>
              <a:rPr lang="es-ES" b="1" dirty="0"/>
              <a:t>Estado</a:t>
            </a:r>
            <a:r>
              <a:rPr lang="es-ES" dirty="0"/>
              <a:t>.</a:t>
            </a:r>
          </a:p>
          <a:p>
            <a:r>
              <a:rPr lang="es-ES" b="1" dirty="0"/>
              <a:t>2. Ejemplo de cómo llenar los primeros registros:</a:t>
            </a:r>
            <a:r>
              <a:rPr lang="es-ES" dirty="0"/>
              <a:t> Para que tu lista sea válida, sigue este formato (puedes inventar los números de serie):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1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22E5A-68C4-4747-8E3B-D116416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ejemplo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C7E136-F407-4906-B2D6-86EBDC9C3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824" y="2016125"/>
            <a:ext cx="7428676" cy="3449638"/>
          </a:xfrm>
        </p:spPr>
      </p:pic>
    </p:spTree>
    <p:extLst>
      <p:ext uri="{BB962C8B-B14F-4D97-AF65-F5344CB8AC3E}">
        <p14:creationId xmlns:p14="http://schemas.microsoft.com/office/powerpoint/2010/main" val="149821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F4CAB-3BBD-46D4-98B6-306EFAFC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Acciones a realizar en Excel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FF95B9-3EDE-490C-8AC9-B7505C8F52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586876"/>
            <a:ext cx="88079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 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Escribe los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encabezados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los 30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 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Ctrl + 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presiona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Ctrl + 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oficial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 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Cambia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Inventario_Sistemas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 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Segmentación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"Estado"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 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Filtra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los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1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5E46D-48C3-479C-87A6-E59ABD9C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Extra: Generación de Etiquetas Automáticas (Concatenación)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645EC-AD81-4AB3-AC3E-655E3AAC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que el inventario sea profesional, vamos a crear una columna que una la </a:t>
            </a:r>
            <a:r>
              <a:rPr lang="es-ES" b="1" dirty="0"/>
              <a:t>Marca</a:t>
            </a:r>
            <a:r>
              <a:rPr lang="es-ES" dirty="0"/>
              <a:t> y el </a:t>
            </a:r>
            <a:r>
              <a:rPr lang="es-ES" b="1" dirty="0"/>
              <a:t>ID</a:t>
            </a:r>
            <a:r>
              <a:rPr lang="es-ES" dirty="0"/>
              <a:t> para generar una etiqueta de inventario.</a:t>
            </a:r>
          </a:p>
          <a:p>
            <a:r>
              <a:rPr lang="en-US" dirty="0"/>
              <a:t> </a:t>
            </a:r>
            <a:r>
              <a:rPr lang="es-ES" dirty="0"/>
              <a:t>Añade una nueva columna al final de tu tabla llamada: </a:t>
            </a:r>
            <a:r>
              <a:rPr lang="es-ES" b="1" dirty="0"/>
              <a:t>"Etiqueta de Inventario"</a:t>
            </a:r>
            <a:r>
              <a:rPr lang="es-ES" dirty="0"/>
              <a:t>.</a:t>
            </a:r>
            <a:endParaRPr lang="en-US" dirty="0"/>
          </a:p>
          <a:p>
            <a:r>
              <a:rPr lang="es-ES" dirty="0"/>
              <a:t>En la primera celda de esa columna, usa la fórmula de concatenación para unir la Marca y el ID separados por un guion.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0D75F-6DE9-4CE1-88BE-71FD319F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esperado</a:t>
            </a:r>
            <a:r>
              <a:rPr lang="en-US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C367E3-DE7E-4353-9350-43733286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Si el equipo es </a:t>
            </a:r>
            <a:r>
              <a:rPr lang="es-ES" b="1"/>
              <a:t>Dell</a:t>
            </a:r>
            <a:r>
              <a:rPr lang="es-ES"/>
              <a:t> y el ID es </a:t>
            </a:r>
            <a:r>
              <a:rPr lang="es-ES" b="1"/>
              <a:t>LAB1-001</a:t>
            </a:r>
            <a:r>
              <a:rPr lang="es-ES"/>
              <a:t>, Excel automáticamente escribirá: </a:t>
            </a:r>
            <a:r>
              <a:rPr lang="es-ES" b="1"/>
              <a:t>Dell-LAB1-001</a:t>
            </a:r>
            <a:r>
              <a:rPr lang="es-ES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9089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{62847D09-5717-4416-8F86-393AA63973A1}TFc986dd65-aaf0-4d5c-bef9-9c391ee05f7b6a80d193-c6c005e2f19e</Template>
  <TotalTime>39</TotalTime>
  <Words>268</Words>
  <Application>Microsoft Office PowerPoint</Application>
  <PresentationFormat>Panorámica</PresentationFormat>
  <Paragraphs>21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Unicode MS</vt:lpstr>
      <vt:lpstr>Gill Sans MT</vt:lpstr>
      <vt:lpstr>Galería</vt:lpstr>
      <vt:lpstr>Inventario de Laboratorio</vt:lpstr>
      <vt:lpstr>Instrucciones </vt:lpstr>
      <vt:lpstr>ejemplo</vt:lpstr>
      <vt:lpstr>Acciones a realizar en Excel</vt:lpstr>
      <vt:lpstr>Paso Extra: Generación de Etiquetas Automáticas (Concatenación)</vt:lpstr>
      <vt:lpstr>Resultado esperado: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Inventario de Laboratorio</dc:title>
  <dc:creator>Lenovo</dc:creator>
  <cp:lastModifiedBy>Lenovo</cp:lastModifiedBy>
  <cp:revision>1</cp:revision>
  <dcterms:created xsi:type="dcterms:W3CDTF">2026-04-28T11:40:39Z</dcterms:created>
  <dcterms:modified xsi:type="dcterms:W3CDTF">2026-04-28T12:19:45Z</dcterms:modified>
</cp:coreProperties>
</file>